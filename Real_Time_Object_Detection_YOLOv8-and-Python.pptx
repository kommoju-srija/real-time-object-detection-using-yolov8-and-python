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76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24703"/>
            <a:ext cx="8229600" cy="1143000"/>
          </a:xfrm>
        </p:spPr>
        <p:txBody>
          <a:bodyPr>
            <a:normAutofit/>
          </a:bodyPr>
          <a:lstStyle/>
          <a:p>
            <a:pPr>
              <a:defRPr sz="2800">
                <a:latin typeface="Times New Roman"/>
              </a:defRPr>
            </a:pPr>
            <a:r>
              <a:rPr sz="3200" b="1" dirty="0"/>
              <a:t>Real-Time Object Detection using YOLOv8 and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06186" y="4983163"/>
            <a:ext cx="4189229" cy="1600199"/>
          </a:xfrm>
        </p:spPr>
        <p:txBody>
          <a:bodyPr>
            <a:normAutofit/>
          </a:bodyPr>
          <a:lstStyle/>
          <a:p>
            <a:endParaRPr sz="3600" b="1" dirty="0"/>
          </a:p>
          <a:p>
            <a:pPr>
              <a:defRPr sz="1800">
                <a:latin typeface="Times New Roman"/>
              </a:defRPr>
            </a:pPr>
            <a:r>
              <a:rPr sz="2000" b="1" dirty="0"/>
              <a:t>Presented By: </a:t>
            </a:r>
            <a:r>
              <a:rPr sz="2000" b="1" dirty="0" err="1"/>
              <a:t>Kommoju</a:t>
            </a:r>
            <a:r>
              <a:rPr sz="2000" b="1" dirty="0"/>
              <a:t> Srija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Times New Roman"/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>
                <a:latin typeface="Times New Roman"/>
              </a:defRPr>
            </a:pPr>
            <a:r>
              <a:rPr dirty="0"/>
              <a:t>Object Detection is a key area of Computer Vision</a:t>
            </a:r>
          </a:p>
          <a:p>
            <a:pPr>
              <a:defRPr sz="1800">
                <a:latin typeface="Times New Roman"/>
              </a:defRPr>
            </a:pPr>
            <a:r>
              <a:rPr dirty="0"/>
              <a:t>It allows machines to identify objects in images or videos</a:t>
            </a:r>
          </a:p>
          <a:p>
            <a:pPr>
              <a:defRPr sz="1800">
                <a:latin typeface="Times New Roman"/>
              </a:defRPr>
            </a:pPr>
            <a:r>
              <a:rPr dirty="0"/>
              <a:t>Traditional methods were slow and inaccurate</a:t>
            </a:r>
          </a:p>
          <a:p>
            <a:pPr>
              <a:defRPr sz="1800">
                <a:latin typeface="Times New Roman"/>
              </a:defRPr>
            </a:pPr>
            <a:r>
              <a:rPr dirty="0"/>
              <a:t>YOLO introduced fast and accurate detection</a:t>
            </a:r>
          </a:p>
          <a:p>
            <a:pPr>
              <a:defRPr sz="1800">
                <a:latin typeface="Times New Roman"/>
              </a:defRPr>
            </a:pPr>
            <a:r>
              <a:rPr dirty="0"/>
              <a:t>YOLO stands for You Only Look Once</a:t>
            </a:r>
          </a:p>
          <a:p>
            <a:pPr>
              <a:defRPr sz="1800">
                <a:latin typeface="Times New Roman"/>
              </a:defRPr>
            </a:pPr>
            <a:r>
              <a:rPr dirty="0"/>
              <a:t>It processes images in real time</a:t>
            </a:r>
          </a:p>
          <a:p>
            <a:pPr>
              <a:defRPr sz="1800">
                <a:latin typeface="Times New Roman"/>
              </a:defRPr>
            </a:pPr>
            <a:r>
              <a:rPr dirty="0"/>
              <a:t>This project demonstrates modern object detection</a:t>
            </a:r>
          </a:p>
          <a:p>
            <a:pPr>
              <a:defRPr sz="1800">
                <a:latin typeface="Times New Roman"/>
              </a:defRPr>
            </a:pPr>
            <a:r>
              <a:rPr dirty="0"/>
              <a:t>It works on common daily life objects</a:t>
            </a:r>
          </a:p>
          <a:p>
            <a:pPr>
              <a:defRPr sz="1800">
                <a:latin typeface="Times New Roman"/>
              </a:defRPr>
            </a:pPr>
            <a:r>
              <a:rPr dirty="0"/>
              <a:t>The system is easy to use and scalable</a:t>
            </a:r>
          </a:p>
          <a:p>
            <a:pPr>
              <a:defRPr sz="1800">
                <a:latin typeface="Times New Roman"/>
              </a:defRPr>
            </a:pPr>
            <a:r>
              <a:rPr dirty="0"/>
              <a:t>Presented By: </a:t>
            </a:r>
            <a:r>
              <a:rPr dirty="0" err="1"/>
              <a:t>Kommoju</a:t>
            </a:r>
            <a:r>
              <a:rPr dirty="0"/>
              <a:t> Srija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Times New Roman"/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latin typeface="Times New Roman"/>
              </a:defRPr>
            </a:pPr>
            <a:r>
              <a:t>Manual object identification is time-consuming</a:t>
            </a:r>
          </a:p>
          <a:p>
            <a:pPr>
              <a:defRPr sz="1800">
                <a:latin typeface="Times New Roman"/>
              </a:defRPr>
            </a:pPr>
            <a:r>
              <a:t>Humans cannot process large image datasets efficiently</a:t>
            </a:r>
          </a:p>
          <a:p>
            <a:pPr>
              <a:defRPr sz="1800">
                <a:latin typeface="Times New Roman"/>
              </a:defRPr>
            </a:pPr>
            <a:r>
              <a:t>Traditional systems lack real-time performance</a:t>
            </a:r>
          </a:p>
          <a:p>
            <a:pPr>
              <a:defRPr sz="1800">
                <a:latin typeface="Times New Roman"/>
              </a:defRPr>
            </a:pPr>
            <a:r>
              <a:t>There is a need for automated detection systems</a:t>
            </a:r>
          </a:p>
          <a:p>
            <a:pPr>
              <a:defRPr sz="1800">
                <a:latin typeface="Times New Roman"/>
              </a:defRPr>
            </a:pPr>
            <a:r>
              <a:t>Accuracy is a major concern in old approaches</a:t>
            </a:r>
          </a:p>
          <a:p>
            <a:pPr>
              <a:defRPr sz="1800">
                <a:latin typeface="Times New Roman"/>
              </a:defRPr>
            </a:pPr>
            <a:r>
              <a:t>Detection should work for multiple objects</a:t>
            </a:r>
          </a:p>
          <a:p>
            <a:pPr>
              <a:defRPr sz="1800">
                <a:latin typeface="Times New Roman"/>
              </a:defRPr>
            </a:pPr>
            <a:r>
              <a:t>The system must be fast and reliable</a:t>
            </a:r>
          </a:p>
          <a:p>
            <a:pPr>
              <a:defRPr sz="1800">
                <a:latin typeface="Times New Roman"/>
              </a:defRPr>
            </a:pPr>
            <a:r>
              <a:t>Real-time processing is required</a:t>
            </a:r>
          </a:p>
          <a:p>
            <a:pPr>
              <a:defRPr sz="1800">
                <a:latin typeface="Times New Roman"/>
              </a:defRPr>
            </a:pPr>
            <a:r>
              <a:t>The solution should be user-friendly</a:t>
            </a:r>
          </a:p>
          <a:p>
            <a:pPr>
              <a:defRPr sz="1800">
                <a:latin typeface="Times New Roman"/>
              </a:defRPr>
            </a:pPr>
            <a:r>
              <a:t>Presented By: Kommoju Srija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Times New Roman"/>
              </a:defRPr>
            </a:pPr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latin typeface="Times New Roman"/>
              </a:defRPr>
            </a:pPr>
            <a:r>
              <a:t>Use YOLOv8 for fast object detection</a:t>
            </a:r>
          </a:p>
          <a:p>
            <a:pPr>
              <a:defRPr sz="1800">
                <a:latin typeface="Times New Roman"/>
              </a:defRPr>
            </a:pPr>
            <a:r>
              <a:t>Implement the system using Python</a:t>
            </a:r>
          </a:p>
          <a:p>
            <a:pPr>
              <a:defRPr sz="1800">
                <a:latin typeface="Times New Roman"/>
              </a:defRPr>
            </a:pPr>
            <a:r>
              <a:t>Use OpenCV for image processing</a:t>
            </a:r>
          </a:p>
          <a:p>
            <a:pPr>
              <a:defRPr sz="1800">
                <a:latin typeface="Times New Roman"/>
              </a:defRPr>
            </a:pPr>
            <a:r>
              <a:t>Run the project using Google Colab</a:t>
            </a:r>
          </a:p>
          <a:p>
            <a:pPr>
              <a:defRPr sz="1800">
                <a:latin typeface="Times New Roman"/>
              </a:defRPr>
            </a:pPr>
            <a:r>
              <a:t>Detect objects automatically from images</a:t>
            </a:r>
          </a:p>
          <a:p>
            <a:pPr>
              <a:defRPr sz="1800">
                <a:latin typeface="Times New Roman"/>
              </a:defRPr>
            </a:pPr>
            <a:r>
              <a:t>Draw bounding boxes around detected objects</a:t>
            </a:r>
          </a:p>
          <a:p>
            <a:pPr>
              <a:defRPr sz="1800">
                <a:latin typeface="Times New Roman"/>
              </a:defRPr>
            </a:pPr>
            <a:r>
              <a:t>Display object names clearly</a:t>
            </a:r>
          </a:p>
          <a:p>
            <a:pPr>
              <a:defRPr sz="1800">
                <a:latin typeface="Times New Roman"/>
              </a:defRPr>
            </a:pPr>
            <a:r>
              <a:t>Support multiple object detection</a:t>
            </a:r>
          </a:p>
          <a:p>
            <a:pPr>
              <a:defRPr sz="1800">
                <a:latin typeface="Times New Roman"/>
              </a:defRPr>
            </a:pPr>
            <a:r>
              <a:t>Provide real-time and image-based detection</a:t>
            </a:r>
          </a:p>
          <a:p>
            <a:pPr>
              <a:defRPr sz="1800">
                <a:latin typeface="Times New Roman"/>
              </a:defRPr>
            </a:pPr>
            <a:r>
              <a:t>Presented By: Kommoju Srija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Times New Roman"/>
              </a:defRPr>
            </a:pPr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latin typeface="Times New Roman"/>
              </a:defRPr>
            </a:pPr>
            <a:r>
              <a:t>Python programming language</a:t>
            </a:r>
          </a:p>
          <a:p>
            <a:pPr>
              <a:defRPr sz="1800">
                <a:latin typeface="Times New Roman"/>
              </a:defRPr>
            </a:pPr>
            <a:r>
              <a:t>YOLOv8 deep learning model</a:t>
            </a:r>
          </a:p>
          <a:p>
            <a:pPr>
              <a:defRPr sz="1800">
                <a:latin typeface="Times New Roman"/>
              </a:defRPr>
            </a:pPr>
            <a:r>
              <a:t>Ultralytics library</a:t>
            </a:r>
          </a:p>
          <a:p>
            <a:pPr>
              <a:defRPr sz="1800">
                <a:latin typeface="Times New Roman"/>
              </a:defRPr>
            </a:pPr>
            <a:r>
              <a:t>OpenCV for image processing</a:t>
            </a:r>
          </a:p>
          <a:p>
            <a:pPr>
              <a:defRPr sz="1800">
                <a:latin typeface="Times New Roman"/>
              </a:defRPr>
            </a:pPr>
            <a:r>
              <a:t>Google Colab environment</a:t>
            </a:r>
          </a:p>
          <a:p>
            <a:pPr>
              <a:defRPr sz="1800">
                <a:latin typeface="Times New Roman"/>
              </a:defRPr>
            </a:pPr>
            <a:r>
              <a:t>Jupyter Notebook interface</a:t>
            </a:r>
          </a:p>
          <a:p>
            <a:pPr>
              <a:defRPr sz="1800">
                <a:latin typeface="Times New Roman"/>
              </a:defRPr>
            </a:pPr>
            <a:r>
              <a:t>Pre-trained COCO dataset</a:t>
            </a:r>
          </a:p>
          <a:p>
            <a:pPr>
              <a:defRPr sz="1800">
                <a:latin typeface="Times New Roman"/>
              </a:defRPr>
            </a:pPr>
            <a:r>
              <a:t>Deep learning concepts</a:t>
            </a:r>
          </a:p>
          <a:p>
            <a:pPr>
              <a:defRPr sz="1800">
                <a:latin typeface="Times New Roman"/>
              </a:defRPr>
            </a:pPr>
            <a:r>
              <a:t>Computer Vision techniques</a:t>
            </a:r>
          </a:p>
          <a:p>
            <a:pPr>
              <a:defRPr sz="1800">
                <a:latin typeface="Times New Roman"/>
              </a:defRPr>
            </a:pPr>
            <a:r>
              <a:t>Presented By: Kommoju Srija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Times New Roman"/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latin typeface="Times New Roman"/>
              </a:defRPr>
            </a:pPr>
            <a:r>
              <a:t>Input image is provided by the user</a:t>
            </a:r>
          </a:p>
          <a:p>
            <a:pPr>
              <a:defRPr sz="1800">
                <a:latin typeface="Times New Roman"/>
              </a:defRPr>
            </a:pPr>
            <a:r>
              <a:t>Image is read using OpenCV</a:t>
            </a:r>
          </a:p>
          <a:p>
            <a:pPr>
              <a:defRPr sz="1800">
                <a:latin typeface="Times New Roman"/>
              </a:defRPr>
            </a:pPr>
            <a:r>
              <a:t>YOLOv8 model processes the image</a:t>
            </a:r>
          </a:p>
          <a:p>
            <a:pPr>
              <a:defRPr sz="1800">
                <a:latin typeface="Times New Roman"/>
              </a:defRPr>
            </a:pPr>
            <a:r>
              <a:t>Objects are detected using neural networks</a:t>
            </a:r>
          </a:p>
          <a:p>
            <a:pPr>
              <a:defRPr sz="1800">
                <a:latin typeface="Times New Roman"/>
              </a:defRPr>
            </a:pPr>
            <a:r>
              <a:t>Bounding boxes are generated</a:t>
            </a:r>
          </a:p>
          <a:p>
            <a:pPr>
              <a:defRPr sz="1800">
                <a:latin typeface="Times New Roman"/>
              </a:defRPr>
            </a:pPr>
            <a:r>
              <a:t>Class labels are assigned</a:t>
            </a:r>
          </a:p>
          <a:p>
            <a:pPr>
              <a:defRPr sz="1800">
                <a:latin typeface="Times New Roman"/>
              </a:defRPr>
            </a:pPr>
            <a:r>
              <a:t>Confidence scores are calculated</a:t>
            </a:r>
          </a:p>
          <a:p>
            <a:pPr>
              <a:defRPr sz="1800">
                <a:latin typeface="Times New Roman"/>
              </a:defRPr>
            </a:pPr>
            <a:r>
              <a:t>Output image is displayed</a:t>
            </a:r>
          </a:p>
          <a:p>
            <a:pPr>
              <a:defRPr sz="1800">
                <a:latin typeface="Times New Roman"/>
              </a:defRPr>
            </a:pPr>
            <a:r>
              <a:t>Results are shown with labels</a:t>
            </a:r>
          </a:p>
          <a:p>
            <a:pPr>
              <a:defRPr sz="1800">
                <a:latin typeface="Times New Roman"/>
              </a:defRPr>
            </a:pPr>
            <a:r>
              <a:t>Presented By: Kommoju Srija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Times New Roman"/>
              </a:defRPr>
            </a:pPr>
            <a:r>
              <a:t>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latin typeface="Times New Roman"/>
              </a:defRPr>
            </a:pPr>
            <a:r>
              <a:t>YOLOv8 nano model is used for speed</a:t>
            </a:r>
          </a:p>
          <a:p>
            <a:pPr>
              <a:defRPr sz="1800">
                <a:latin typeface="Times New Roman"/>
              </a:defRPr>
            </a:pPr>
            <a:r>
              <a:t>Pre-trained weights are loaded</a:t>
            </a:r>
          </a:p>
          <a:p>
            <a:pPr>
              <a:defRPr sz="1800">
                <a:latin typeface="Times New Roman"/>
              </a:defRPr>
            </a:pPr>
            <a:r>
              <a:t>Images are resized for performance</a:t>
            </a:r>
          </a:p>
          <a:p>
            <a:pPr>
              <a:defRPr sz="1800">
                <a:latin typeface="Times New Roman"/>
              </a:defRPr>
            </a:pPr>
            <a:r>
              <a:t>Detection is done using model inference</a:t>
            </a:r>
          </a:p>
          <a:p>
            <a:pPr>
              <a:defRPr sz="1800">
                <a:latin typeface="Times New Roman"/>
              </a:defRPr>
            </a:pPr>
            <a:r>
              <a:t>Results are stored in result objects</a:t>
            </a:r>
          </a:p>
          <a:p>
            <a:pPr>
              <a:defRPr sz="1800">
                <a:latin typeface="Times New Roman"/>
              </a:defRPr>
            </a:pPr>
            <a:r>
              <a:t>Bounding boxes are drawn automatically</a:t>
            </a:r>
          </a:p>
          <a:p>
            <a:pPr>
              <a:defRPr sz="1800">
                <a:latin typeface="Times New Roman"/>
              </a:defRPr>
            </a:pPr>
            <a:r>
              <a:t>Labels are extracted from model names</a:t>
            </a:r>
          </a:p>
          <a:p>
            <a:pPr>
              <a:defRPr sz="1800">
                <a:latin typeface="Times New Roman"/>
              </a:defRPr>
            </a:pPr>
            <a:r>
              <a:t>Output image is displayed</a:t>
            </a:r>
          </a:p>
          <a:p>
            <a:pPr>
              <a:defRPr sz="1800">
                <a:latin typeface="Times New Roman"/>
              </a:defRPr>
            </a:pPr>
            <a:r>
              <a:t>Code is executed step by step</a:t>
            </a:r>
          </a:p>
          <a:p>
            <a:pPr>
              <a:defRPr sz="1800">
                <a:latin typeface="Times New Roman"/>
              </a:defRPr>
            </a:pPr>
            <a:r>
              <a:t>Presented By: Kommoju Srija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Times New Roman"/>
              </a:defRPr>
            </a:pPr>
            <a:r>
              <a:t>Sample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latin typeface="Times New Roman"/>
              </a:defRPr>
            </a:pPr>
            <a:r>
              <a:t>Person detected as person</a:t>
            </a:r>
          </a:p>
          <a:p>
            <a:pPr>
              <a:defRPr sz="1800">
                <a:latin typeface="Times New Roman"/>
              </a:defRPr>
            </a:pPr>
            <a:r>
              <a:t>Car detected as car</a:t>
            </a:r>
          </a:p>
          <a:p>
            <a:pPr>
              <a:defRPr sz="1800">
                <a:latin typeface="Times New Roman"/>
              </a:defRPr>
            </a:pPr>
            <a:r>
              <a:t>Mobile phone detected as cell phone</a:t>
            </a:r>
          </a:p>
          <a:p>
            <a:pPr>
              <a:defRPr sz="1800">
                <a:latin typeface="Times New Roman"/>
              </a:defRPr>
            </a:pPr>
            <a:r>
              <a:t>Book detected as book</a:t>
            </a:r>
          </a:p>
          <a:p>
            <a:pPr>
              <a:defRPr sz="1800">
                <a:latin typeface="Times New Roman"/>
              </a:defRPr>
            </a:pPr>
            <a:r>
              <a:t>Bottle detected as bottle</a:t>
            </a:r>
          </a:p>
          <a:p>
            <a:pPr>
              <a:defRPr sz="1800">
                <a:latin typeface="Times New Roman"/>
              </a:defRPr>
            </a:pPr>
            <a:r>
              <a:t>Laptop detected as laptop</a:t>
            </a:r>
          </a:p>
          <a:p>
            <a:pPr>
              <a:defRPr sz="1800">
                <a:latin typeface="Times New Roman"/>
              </a:defRPr>
            </a:pPr>
            <a:r>
              <a:t>TV detected as tv</a:t>
            </a:r>
          </a:p>
          <a:p>
            <a:pPr>
              <a:defRPr sz="1800">
                <a:latin typeface="Times New Roman"/>
              </a:defRPr>
            </a:pPr>
            <a:r>
              <a:t>Each object has a bounding box</a:t>
            </a:r>
          </a:p>
          <a:p>
            <a:pPr>
              <a:defRPr sz="1800">
                <a:latin typeface="Times New Roman"/>
              </a:defRPr>
            </a:pPr>
            <a:r>
              <a:t>Labels are clearly visible</a:t>
            </a:r>
          </a:p>
          <a:p>
            <a:pPr>
              <a:defRPr sz="1800">
                <a:latin typeface="Times New Roman"/>
              </a:defRPr>
            </a:pPr>
            <a:r>
              <a:t>Presented By: Kommoju Srija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Times New Roman"/>
              </a:defRPr>
            </a:pPr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latin typeface="Times New Roman"/>
              </a:defRPr>
            </a:pPr>
            <a:r>
              <a:t>Surveillance systems</a:t>
            </a:r>
          </a:p>
          <a:p>
            <a:pPr>
              <a:defRPr sz="1800">
                <a:latin typeface="Times New Roman"/>
              </a:defRPr>
            </a:pPr>
            <a:r>
              <a:t>Smart traffic management</a:t>
            </a:r>
          </a:p>
          <a:p>
            <a:pPr>
              <a:defRPr sz="1800">
                <a:latin typeface="Times New Roman"/>
              </a:defRPr>
            </a:pPr>
            <a:r>
              <a:t>Retail analytics</a:t>
            </a:r>
          </a:p>
          <a:p>
            <a:pPr>
              <a:defRPr sz="1800">
                <a:latin typeface="Times New Roman"/>
              </a:defRPr>
            </a:pPr>
            <a:r>
              <a:t>Autonomous vehicles</a:t>
            </a:r>
          </a:p>
          <a:p>
            <a:pPr>
              <a:defRPr sz="1800">
                <a:latin typeface="Times New Roman"/>
              </a:defRPr>
            </a:pPr>
            <a:r>
              <a:t>Security systems</a:t>
            </a:r>
          </a:p>
          <a:p>
            <a:pPr>
              <a:defRPr sz="1800">
                <a:latin typeface="Times New Roman"/>
              </a:defRPr>
            </a:pPr>
            <a:r>
              <a:t>Smart classrooms</a:t>
            </a:r>
          </a:p>
          <a:p>
            <a:pPr>
              <a:defRPr sz="1800">
                <a:latin typeface="Times New Roman"/>
              </a:defRPr>
            </a:pPr>
            <a:r>
              <a:t>Industrial automation</a:t>
            </a:r>
          </a:p>
          <a:p>
            <a:pPr>
              <a:defRPr sz="1800">
                <a:latin typeface="Times New Roman"/>
              </a:defRPr>
            </a:pPr>
            <a:r>
              <a:t>Robotics applications</a:t>
            </a:r>
          </a:p>
          <a:p>
            <a:pPr>
              <a:defRPr sz="1800">
                <a:latin typeface="Times New Roman"/>
              </a:defRPr>
            </a:pPr>
            <a:r>
              <a:t>AI research projects</a:t>
            </a:r>
          </a:p>
          <a:p>
            <a:pPr>
              <a:defRPr sz="1800">
                <a:latin typeface="Times New Roman"/>
              </a:defRPr>
            </a:pPr>
            <a:r>
              <a:t>Presented By: Kommoju Srija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latin typeface="Times New Roman"/>
              </a:defRPr>
            </a:pPr>
            <a:r>
              <a:t>The project successfully detects objects</a:t>
            </a:r>
          </a:p>
          <a:p>
            <a:pPr>
              <a:defRPr sz="1800">
                <a:latin typeface="Times New Roman"/>
              </a:defRPr>
            </a:pPr>
            <a:r>
              <a:t>YOLOv8 provides fast and accurate results</a:t>
            </a:r>
          </a:p>
          <a:p>
            <a:pPr>
              <a:defRPr sz="1800">
                <a:latin typeface="Times New Roman"/>
              </a:defRPr>
            </a:pPr>
            <a:r>
              <a:t>The system works in real time</a:t>
            </a:r>
          </a:p>
          <a:p>
            <a:pPr>
              <a:defRPr sz="1800">
                <a:latin typeface="Times New Roman"/>
              </a:defRPr>
            </a:pPr>
            <a:r>
              <a:t>Multiple objects are detected efficiently</a:t>
            </a:r>
          </a:p>
          <a:p>
            <a:pPr>
              <a:defRPr sz="1800">
                <a:latin typeface="Times New Roman"/>
              </a:defRPr>
            </a:pPr>
            <a:r>
              <a:t>The project is user-friendly</a:t>
            </a:r>
          </a:p>
          <a:p>
            <a:pPr>
              <a:defRPr sz="1800">
                <a:latin typeface="Times New Roman"/>
              </a:defRPr>
            </a:pPr>
            <a:r>
              <a:t>It is suitable for academic use</a:t>
            </a:r>
          </a:p>
          <a:p>
            <a:pPr>
              <a:defRPr sz="1800">
                <a:latin typeface="Times New Roman"/>
              </a:defRPr>
            </a:pPr>
            <a:r>
              <a:t>The implementation is scalable</a:t>
            </a:r>
          </a:p>
          <a:p>
            <a:pPr>
              <a:defRPr sz="1800">
                <a:latin typeface="Times New Roman"/>
              </a:defRPr>
            </a:pPr>
            <a:r>
              <a:t>It demonstrates AI and CV concepts</a:t>
            </a:r>
          </a:p>
          <a:p>
            <a:pPr>
              <a:defRPr sz="1800">
                <a:latin typeface="Times New Roman"/>
              </a:defRPr>
            </a:pPr>
            <a:r>
              <a:t>Future improvements are possible</a:t>
            </a:r>
          </a:p>
          <a:p>
            <a:pPr>
              <a:defRPr sz="1800">
                <a:latin typeface="Times New Roman"/>
              </a:defRPr>
            </a:pPr>
            <a:r>
              <a:t>Presented By: Kommoju Srija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465</Words>
  <Application>Microsoft Office PowerPoint</Application>
  <PresentationFormat>On-screen Show (4:3)</PresentationFormat>
  <Paragraphs>111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Real-Time Object Detection using YOLOv8 and Python</vt:lpstr>
      <vt:lpstr>Introduction</vt:lpstr>
      <vt:lpstr>Problem Statement</vt:lpstr>
      <vt:lpstr>Proposed Solution</vt:lpstr>
      <vt:lpstr>Technologies Used</vt:lpstr>
      <vt:lpstr>System Architecture</vt:lpstr>
      <vt:lpstr>Implementation Details</vt:lpstr>
      <vt:lpstr>Sample Output</vt:lpstr>
      <vt:lpstr>Applications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 Srija</cp:lastModifiedBy>
  <cp:revision>2</cp:revision>
  <dcterms:created xsi:type="dcterms:W3CDTF">2013-01-27T09:14:16Z</dcterms:created>
  <dcterms:modified xsi:type="dcterms:W3CDTF">2025-12-26T11:50:50Z</dcterms:modified>
  <cp:category/>
</cp:coreProperties>
</file>